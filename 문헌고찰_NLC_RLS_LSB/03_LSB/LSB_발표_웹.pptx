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s-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s-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s-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s-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s-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s-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s-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s-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s-0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s-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s-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s-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s-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s-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s-1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s-1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s-1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s-1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s-1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s-2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s-2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s-2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