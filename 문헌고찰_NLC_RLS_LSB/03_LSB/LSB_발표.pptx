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투시(fluoroscopy). CT·초음파도 가능.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바늘 진입: 정중선에서 약 7 cm 외측. 척추체 접촉 후 전내측으로 'walk'하여 척추체 전외측으로 진입.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조영제 주입 → 두미측(craniocaudal) 종방향 확산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성공 지표: 동측 하지 피부온도 ≥2°C 상승.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1F6E70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진단/치료: lidocaine 1%,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  bupivacaine 0.25–0.5%, ropivacaine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신경파괴: 무수알코올/phenol, RFA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원칙: 신경파괴는 진단적 차단 양성 시에만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Lumbar Sympatholysis NBK560514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· 안전성 · 근거수준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합병증: 생식대퇴신경통(신경파괴 시 5–10%), 외측대퇴피신경 손상, 기립성 저혈압.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혈관·요관·신장 등 내장 구조 천공, 출혈, 신경축(neuraxial) 확산, 신경파괴 후 통증성 신경염(dysesthesia).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전향연구, 대규모 RCT는 부족(허혈질환·CRPS Level III~IV).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NLC는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