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ga_video_v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5469" y="2057400"/>
            <a:ext cx="4772253" cy="331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ped" delay="0">
                      <p:tgtEl>
                        <p:spTgt spid="3"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