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17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fga_video_v2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85469" y="2057400"/>
            <a:ext cx="4772253" cy="3314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ped" delay="0">
                      <p:tgtEl>
                        <p:spTgt spid="3"/>
                      </p:tgtEl>
                    </p:cond>
                  </p:end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