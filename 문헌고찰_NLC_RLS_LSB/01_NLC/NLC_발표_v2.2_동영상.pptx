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ga_video_clea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5469" y="2057400"/>
            <a:ext cx="4772253" cy="3314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