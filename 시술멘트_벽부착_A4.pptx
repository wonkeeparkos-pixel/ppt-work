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51560"/>
          </a:xfrm>
          <a:prstGeom prst="rect">
            <a:avLst/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7562088" cy="73152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시술 멘트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94944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D1DB"/>
                </a:solidFill>
                <a:latin typeface="Malgun Gothic"/>
                <a:ea typeface="Malgun Gothic"/>
                <a:cs typeface="Malgun Gothic"/>
              </a:rPr>
              <a:t>아픈 걸 숨기지 말고, 끝을 알려주세요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순서대로 이렇게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19"/>
            <a:ext cx="1417320" cy="512064"/>
          </a:xfrm>
          <a:prstGeom prst="roundRect">
            <a:avLst>
              <a:gd name="adj" fmla="val 14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19"/>
            <a:ext cx="1417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찌르기 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9968" y="1645919"/>
            <a:ext cx="5029200" cy="512064"/>
          </a:xfrm>
          <a:prstGeom prst="roundRect">
            <a:avLst>
              <a:gd name="adj" fmla="val 14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645919"/>
            <a:ext cx="4663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“잠깐 따끔하고 몇 초면 지나가요. 셋 셀게요 — 하나, 둘, 셋.”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12848"/>
            <a:ext cx="1417320" cy="512064"/>
          </a:xfrm>
          <a:prstGeom prst="roundRect">
            <a:avLst>
              <a:gd name="adj" fmla="val 14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12848"/>
            <a:ext cx="1417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바늘 진행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29968" y="2212848"/>
            <a:ext cx="5029200" cy="512064"/>
          </a:xfrm>
          <a:prstGeom prst="roundRect">
            <a:avLst>
              <a:gd name="adj" fmla="val 14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212848"/>
            <a:ext cx="4663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“이제부턴 지그시 누르는 느낌이에요. 날카로우면 말씀하세요.”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79776"/>
            <a:ext cx="1417320" cy="512064"/>
          </a:xfrm>
          <a:prstGeom prst="roundRect">
            <a:avLst>
              <a:gd name="adj" fmla="val 14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79776"/>
            <a:ext cx="1417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시술 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29968" y="2779776"/>
            <a:ext cx="5029200" cy="512064"/>
          </a:xfrm>
          <a:prstGeom prst="roundRect">
            <a:avLst>
              <a:gd name="adj" fmla="val 14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2779776"/>
            <a:ext cx="4663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“절반쯤 지났어요. 잘하고 계세요. 숨 편하게 쉬세요.”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46704"/>
            <a:ext cx="1417320" cy="512064"/>
          </a:xfrm>
          <a:prstGeom prst="roundRect">
            <a:avLst>
              <a:gd name="adj" fmla="val 14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46704"/>
            <a:ext cx="1417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끝난 직후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29968" y="3346704"/>
            <a:ext cx="5029200" cy="512064"/>
          </a:xfrm>
          <a:prstGeom prst="roundRect">
            <a:avLst>
              <a:gd name="adj" fmla="val 14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3346704"/>
            <a:ext cx="4663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“잘 참으셨어요. 어지럽거나 불편한 데 없으세요?”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13632"/>
            <a:ext cx="1417320" cy="512064"/>
          </a:xfrm>
          <a:prstGeom prst="roundRect">
            <a:avLst>
              <a:gd name="adj" fmla="val 14000"/>
            </a:avLst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13632"/>
            <a:ext cx="1417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보내기 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29968" y="3913632"/>
            <a:ext cx="5029200" cy="512064"/>
          </a:xfrm>
          <a:prstGeom prst="roundRect">
            <a:avLst>
              <a:gd name="adj" fmla="val 14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3913632"/>
            <a:ext cx="4663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“내일 잠깐 뻐근할 수 있어요. 이상하면 바로 전화 주세요.”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90288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감각은 단계마다 다르게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956048"/>
            <a:ext cx="1572768" cy="685800"/>
          </a:xfrm>
          <a:prstGeom prst="roundRect">
            <a:avLst>
              <a:gd name="adj" fmla="val 12000"/>
            </a:avLst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056632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피부 뚫을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294376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따끔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03704" y="4956048"/>
            <a:ext cx="1572768" cy="685800"/>
          </a:xfrm>
          <a:prstGeom prst="roundRect">
            <a:avLst>
              <a:gd name="adj" fmla="val 12000"/>
            </a:avLst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03704" y="5056632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마취약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704" y="5294376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시큰·화끈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04488" y="4956048"/>
            <a:ext cx="1572768" cy="685800"/>
          </a:xfrm>
          <a:prstGeom prst="roundRect">
            <a:avLst>
              <a:gd name="adj" fmla="val 12000"/>
            </a:avLst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04488" y="5056632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바늘 진행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4488" y="5294376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누르는 느낌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05272" y="4956048"/>
            <a:ext cx="1572768" cy="685800"/>
          </a:xfrm>
          <a:prstGeom prst="roundRect">
            <a:avLst>
              <a:gd name="adj" fmla="val 12000"/>
            </a:avLst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05272" y="5056632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약 주입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5272" y="5294376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뻐근·차오름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760720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이 말은 빼기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108192"/>
            <a:ext cx="6556248" cy="1097280"/>
          </a:xfrm>
          <a:prstGeom prst="roundRect">
            <a:avLst>
              <a:gd name="adj" fmla="val 6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627278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 </a:t>
            </a:r>
            <a:r>
              <a:rPr sz="11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“여기가 제일 아픈 부분이에요”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627278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 </a:t>
            </a:r>
            <a:r>
              <a:rPr sz="11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“하나도 안 아파요”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6934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 </a:t>
            </a:r>
            <a:r>
              <a:rPr sz="11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“많이 아팠죠?” (끝난 뒤)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66934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 </a:t>
            </a:r>
            <a:r>
              <a:rPr sz="11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“절대 움직이면 안 돼요”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7351776"/>
            <a:ext cx="6583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곤란할 때 첫 문장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7699248"/>
            <a:ext cx="6556248" cy="502920"/>
          </a:xfrm>
          <a:prstGeom prst="roundRect">
            <a:avLst>
              <a:gd name="adj" fmla="val 14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7699248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어지럽다고 할 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7699248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“괜찮습니다, 바로 눕혀드릴게요. 다리 올릴게요.”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8247888"/>
            <a:ext cx="6556248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" y="8247888"/>
            <a:ext cx="6556248" cy="50292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D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8247888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바늘 무서워할 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51760" y="8247888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“무서워하시는 분 정말 많아요. 준비되면 말씀하세요.”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8796528"/>
            <a:ext cx="6556248" cy="502920"/>
          </a:xfrm>
          <a:prstGeom prst="roundRect">
            <a:avLst>
              <a:gd name="adj" fmla="val 14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8796528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다음 날 더 아플 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8796528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“말씀드렸던 반응이에요. 2~3일이면 가라앉습니다.”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9345168"/>
            <a:ext cx="6556248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02920" y="9345168"/>
            <a:ext cx="6556248" cy="502920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D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9345168"/>
            <a:ext cx="1783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효과 없다고 할 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51760" y="9345168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“언제부터 다시 아프기 시작했는지 알려주시겠어요?”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10314432"/>
            <a:ext cx="7562088" cy="374904"/>
          </a:xfrm>
          <a:prstGeom prst="rect">
            <a:avLst/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0" y="10314432"/>
            <a:ext cx="7562088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환자는 아프지 않아서가 아니라, 아플 때 곁에 있어줘서 다시 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